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1"/>
  </p:sldMasterIdLst>
  <p:notesMasterIdLst>
    <p:notesMasterId r:id="rId65"/>
  </p:notesMasterIdLst>
  <p:sldIdLst>
    <p:sldId id="256" r:id="rId2"/>
    <p:sldId id="350" r:id="rId3"/>
    <p:sldId id="257" r:id="rId4"/>
    <p:sldId id="263" r:id="rId5"/>
    <p:sldId id="262" r:id="rId6"/>
    <p:sldId id="264" r:id="rId7"/>
    <p:sldId id="352" r:id="rId8"/>
    <p:sldId id="258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348" r:id="rId21"/>
    <p:sldId id="286" r:id="rId22"/>
    <p:sldId id="287" r:id="rId23"/>
    <p:sldId id="277" r:id="rId24"/>
    <p:sldId id="278" r:id="rId25"/>
    <p:sldId id="279" r:id="rId26"/>
    <p:sldId id="259" r:id="rId27"/>
    <p:sldId id="343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9" r:id="rId37"/>
    <p:sldId id="330" r:id="rId38"/>
    <p:sldId id="331" r:id="rId39"/>
    <p:sldId id="332" r:id="rId40"/>
    <p:sldId id="333" r:id="rId41"/>
    <p:sldId id="334" r:id="rId42"/>
    <p:sldId id="337" r:id="rId43"/>
    <p:sldId id="338" r:id="rId44"/>
    <p:sldId id="339" r:id="rId45"/>
    <p:sldId id="340" r:id="rId46"/>
    <p:sldId id="341" r:id="rId47"/>
    <p:sldId id="342" r:id="rId48"/>
    <p:sldId id="345" r:id="rId49"/>
    <p:sldId id="344" r:id="rId50"/>
    <p:sldId id="288" r:id="rId51"/>
    <p:sldId id="289" r:id="rId52"/>
    <p:sldId id="290" r:id="rId53"/>
    <p:sldId id="291" r:id="rId54"/>
    <p:sldId id="292" r:id="rId55"/>
    <p:sldId id="346" r:id="rId56"/>
    <p:sldId id="349" r:id="rId57"/>
    <p:sldId id="280" r:id="rId58"/>
    <p:sldId id="281" r:id="rId59"/>
    <p:sldId id="282" r:id="rId60"/>
    <p:sldId id="283" r:id="rId61"/>
    <p:sldId id="284" r:id="rId62"/>
    <p:sldId id="319" r:id="rId63"/>
    <p:sldId id="351" r:id="rId64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8F92C1A-D60C-4CB4-9138-7584F19E9DF7}">
          <p14:sldIdLst>
            <p14:sldId id="256"/>
            <p14:sldId id="350"/>
            <p14:sldId id="257"/>
            <p14:sldId id="263"/>
            <p14:sldId id="262"/>
            <p14:sldId id="264"/>
            <p14:sldId id="352"/>
            <p14:sldId id="258"/>
            <p14:sldId id="265"/>
            <p14:sldId id="266"/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  <p14:sldId id="276"/>
            <p14:sldId id="348"/>
            <p14:sldId id="286"/>
            <p14:sldId id="287"/>
            <p14:sldId id="277"/>
            <p14:sldId id="278"/>
            <p14:sldId id="279"/>
            <p14:sldId id="259"/>
            <p14:sldId id="343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9"/>
            <p14:sldId id="330"/>
            <p14:sldId id="331"/>
            <p14:sldId id="332"/>
            <p14:sldId id="333"/>
            <p14:sldId id="334"/>
            <p14:sldId id="337"/>
            <p14:sldId id="338"/>
            <p14:sldId id="339"/>
            <p14:sldId id="340"/>
            <p14:sldId id="341"/>
            <p14:sldId id="342"/>
            <p14:sldId id="345"/>
            <p14:sldId id="344"/>
            <p14:sldId id="288"/>
            <p14:sldId id="289"/>
            <p14:sldId id="290"/>
            <p14:sldId id="291"/>
            <p14:sldId id="292"/>
            <p14:sldId id="346"/>
            <p14:sldId id="349"/>
            <p14:sldId id="280"/>
            <p14:sldId id="281"/>
            <p14:sldId id="282"/>
            <p14:sldId id="283"/>
            <p14:sldId id="284"/>
            <p14:sldId id="319"/>
            <p14:sldId id="35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533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8E23D1E-64D2-460A-9B32-68D19D8A6D8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034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2A779B-25ED-4EB8-A9DF-40B14511DE92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A9288C6A-816D-4315-ABEC-F927C9FE9ED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44869E-E76C-473A-9F69-CC8C587764D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1038DB-4641-4710-B87C-10B3F046BEF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AE4D1E-9A57-4724-88C0-7A69C2163C5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A802A2-F6F2-40FB-A1A0-19ABC3B267F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3226F2-908D-4C6B-8025-1B5E108D524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A9BF726A-2A4C-4C9A-BE27-7764A1AFD8E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2C4745-C549-4AFC-948C-68B2DA741AE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6C2754-0A89-4072-93A2-50A9E647AD2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5325BD7-B71C-4933-ADA9-92F09BC10A74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Prototypage_logiciel" TargetMode="External"/><Relationship Id="rId2" Type="http://schemas.openxmlformats.org/officeDocument/2006/relationships/hyperlink" Target="https://fr.wikipedia.org/wiki/%C3%89diteur_d'image_vectoriell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er_interface" TargetMode="External"/><Relationship Id="rId2" Type="http://schemas.openxmlformats.org/officeDocument/2006/relationships/hyperlink" Target="https://en.wikipedia.org/wiki/User_experienc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dirty="0" err="1" smtClean="0"/>
              <a:t>A.Karim</a:t>
            </a:r>
            <a:endParaRPr lang="fr-FR" dirty="0" smtClean="0"/>
          </a:p>
        </p:txBody>
      </p:sp>
      <p:sp>
        <p:nvSpPr>
          <p:cNvPr id="3074" name="Rectangle 1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7A796A76-FFEC-4757-BB91-5B9364090A03}" type="slidenum">
              <a:rPr lang="fr-FR"/>
              <a:pPr>
                <a:defRPr/>
              </a:pPr>
              <a:t>1</a:t>
            </a:fld>
            <a:endParaRPr lang="fr-FR"/>
          </a:p>
        </p:txBody>
      </p:sp>
      <p:sp>
        <p:nvSpPr>
          <p:cNvPr id="6148" name="AutoShap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CA" sz="3200" dirty="0" err="1" smtClean="0"/>
              <a:t>Figma</a:t>
            </a:r>
            <a:endParaRPr lang="fr-FR" sz="3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1643050"/>
            <a:ext cx="1343617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Création d’une maquette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67544" y="2132856"/>
            <a:ext cx="11521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 smtClean="0"/>
              <a:t>wireframe</a:t>
            </a:r>
            <a:endParaRPr lang="fr-FR" dirty="0"/>
          </a:p>
        </p:txBody>
      </p:sp>
      <p:sp>
        <p:nvSpPr>
          <p:cNvPr id="6" name="Flèche vers le bas 5"/>
          <p:cNvSpPr/>
          <p:nvPr/>
        </p:nvSpPr>
        <p:spPr>
          <a:xfrm rot="16200000">
            <a:off x="2015716" y="1958076"/>
            <a:ext cx="360040" cy="10081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711640" y="2132856"/>
            <a:ext cx="11521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 smtClean="0"/>
              <a:t>MockUp</a:t>
            </a:r>
            <a:endParaRPr lang="fr-FR" dirty="0"/>
          </a:p>
        </p:txBody>
      </p:sp>
      <p:sp>
        <p:nvSpPr>
          <p:cNvPr id="8" name="Flèche vers le bas 7"/>
          <p:cNvSpPr/>
          <p:nvPr/>
        </p:nvSpPr>
        <p:spPr>
          <a:xfrm rot="16200000">
            <a:off x="4259812" y="1958076"/>
            <a:ext cx="360040" cy="10081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001208" y="2132856"/>
            <a:ext cx="11521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/>
              <a:t>Prototype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7740352" y="2264619"/>
            <a:ext cx="11521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/>
              <a:t>Maquette statique</a:t>
            </a:r>
            <a:endParaRPr lang="fr-FR" dirty="0"/>
          </a:p>
        </p:txBody>
      </p:sp>
      <p:sp>
        <p:nvSpPr>
          <p:cNvPr id="11" name="Flèche vers le bas 10"/>
          <p:cNvSpPr/>
          <p:nvPr/>
        </p:nvSpPr>
        <p:spPr>
          <a:xfrm rot="16200000">
            <a:off x="6669193" y="1848673"/>
            <a:ext cx="640374" cy="13681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29" y="3170203"/>
            <a:ext cx="1454251" cy="1362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610" y="3212976"/>
            <a:ext cx="1170399" cy="1512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6305304" y="3212976"/>
            <a:ext cx="1579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Codage (HTML/CSS)</a:t>
            </a:r>
          </a:p>
          <a:p>
            <a:r>
              <a:rPr lang="fr-FR" dirty="0" err="1" smtClean="0"/>
              <a:t>React</a:t>
            </a:r>
            <a:r>
              <a:rPr lang="fr-FR" dirty="0" smtClean="0"/>
              <a:t> JS</a:t>
            </a:r>
          </a:p>
          <a:p>
            <a:r>
              <a:rPr lang="fr-FR" dirty="0" smtClean="0"/>
              <a:t>,,,,,,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988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MA" b="1" dirty="0" err="1" smtClean="0"/>
              <a:t>Figma</a:t>
            </a:r>
            <a:r>
              <a:rPr lang="fr-MA" dirty="0" smtClean="0"/>
              <a:t> est un </a:t>
            </a:r>
            <a:r>
              <a:rPr lang="fr-MA" dirty="0" smtClean="0">
                <a:hlinkClick r:id="rId2" tooltip="Éditeur d'image vectorielle"/>
              </a:rPr>
              <a:t>éditeur de graphiques vectoriels</a:t>
            </a:r>
            <a:r>
              <a:rPr lang="fr-MA" dirty="0" smtClean="0"/>
              <a:t> et un outil de </a:t>
            </a:r>
            <a:r>
              <a:rPr lang="fr-MA" dirty="0" smtClean="0">
                <a:hlinkClick r:id="rId3" tooltip="Prototypage logiciel"/>
              </a:rPr>
              <a:t>prototypage</a:t>
            </a:r>
            <a:r>
              <a:rPr lang="fr-MA" dirty="0" smtClean="0"/>
              <a:t>. </a:t>
            </a:r>
          </a:p>
          <a:p>
            <a:pPr>
              <a:buNone/>
            </a:pPr>
            <a:endParaRPr lang="fr-MA" dirty="0" smtClean="0"/>
          </a:p>
          <a:p>
            <a:r>
              <a:rPr lang="fr-MA" dirty="0" smtClean="0"/>
              <a:t>L'ensemble des fonctionnalités de </a:t>
            </a:r>
            <a:r>
              <a:rPr lang="fr-MA" dirty="0" err="1" smtClean="0"/>
              <a:t>Figma</a:t>
            </a:r>
            <a:r>
              <a:rPr lang="fr-MA" dirty="0" smtClean="0"/>
              <a:t> est axé sur l'utilisation dans la conception de l'interface utilisateur et de l'expérience utilisateur, en mettant l'accent sur la collaboration en temps réel.</a:t>
            </a:r>
          </a:p>
          <a:p>
            <a:endParaRPr lang="fr-MA" dirty="0" smtClean="0"/>
          </a:p>
          <a:p>
            <a:endParaRPr lang="fr-MA" dirty="0" smtClean="0"/>
          </a:p>
          <a:p>
            <a:r>
              <a:rPr lang="fr-FR" dirty="0" smtClean="0"/>
              <a:t>https://www.figma.com/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u="sng" dirty="0" smtClean="0"/>
              <a:t>UX-</a:t>
            </a:r>
            <a:r>
              <a:rPr lang="fr-FR" sz="2000" u="sng" dirty="0" smtClean="0">
                <a:hlinkClick r:id="rId2"/>
              </a:rPr>
              <a:t>User </a:t>
            </a:r>
            <a:r>
              <a:rPr lang="fr-FR" sz="2000" u="sng" dirty="0" err="1" smtClean="0">
                <a:hlinkClick r:id="rId2"/>
              </a:rPr>
              <a:t>experience</a:t>
            </a:r>
            <a:r>
              <a:rPr lang="fr-FR" sz="2000" dirty="0" smtClean="0"/>
              <a:t>                    /                         </a:t>
            </a:r>
            <a:r>
              <a:rPr lang="fr-FR" sz="2000" u="sng" dirty="0" smtClean="0"/>
              <a:t>UI-</a:t>
            </a:r>
            <a:r>
              <a:rPr lang="fr-FR" sz="2000" u="sng" dirty="0" smtClean="0">
                <a:hlinkClick r:id="rId3"/>
              </a:rPr>
              <a:t>User interface</a:t>
            </a:r>
            <a:endParaRPr lang="fr-FR" sz="2000" u="sng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MA" dirty="0" smtClean="0"/>
          </a:p>
          <a:p>
            <a:r>
              <a:rPr lang="fr-MA" dirty="0" smtClean="0"/>
              <a:t> L’UI est plus centré sur le visuel, car son objectif est d’attirer le regard de l’utilisateur, l’inciter à rester sur la page qu’il visite.</a:t>
            </a:r>
          </a:p>
          <a:p>
            <a:endParaRPr lang="fr-MA" dirty="0" smtClean="0"/>
          </a:p>
          <a:p>
            <a:endParaRPr lang="fr-MA" dirty="0" smtClean="0"/>
          </a:p>
          <a:p>
            <a:r>
              <a:rPr lang="fr-MA" dirty="0" smtClean="0"/>
              <a:t>L’UX Design se définit donc comme l’ensemble des moyens mis en œuvre pour concevoir une interface qui répond pleinement aux besoins en utilisabilité de chaque utilisateur. 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500174"/>
            <a:ext cx="6215106" cy="4951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43075"/>
            <a:ext cx="822960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47874"/>
            <a:ext cx="8064896" cy="3757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692696"/>
            <a:ext cx="492442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25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Les bases de </a:t>
            </a:r>
            <a:r>
              <a:rPr lang="fr-FR" dirty="0" err="1" smtClean="0"/>
              <a:t>Figma</a:t>
            </a:r>
            <a:r>
              <a:rPr lang="fr-FR" dirty="0" smtClean="0"/>
              <a:t>(barre des outils)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3357562"/>
            <a:ext cx="8126038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Forme</a:t>
            </a:r>
            <a:br>
              <a:rPr lang="fr-CA" dirty="0" smtClean="0"/>
            </a:b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 dirty="0" smtClean="0"/>
          </a:p>
          <a:p>
            <a:r>
              <a:rPr lang="fr-CA" dirty="0"/>
              <a:t>Agrandir (shift)</a:t>
            </a:r>
          </a:p>
          <a:p>
            <a:endParaRPr lang="fr-CA" dirty="0" smtClean="0"/>
          </a:p>
          <a:p>
            <a:r>
              <a:rPr lang="fr-CA" dirty="0" smtClean="0"/>
              <a:t>Arrondissement</a:t>
            </a:r>
          </a:p>
          <a:p>
            <a:endParaRPr lang="fr-CA" dirty="0" smtClean="0"/>
          </a:p>
          <a:p>
            <a:r>
              <a:rPr lang="fr-CA" dirty="0" smtClean="0"/>
              <a:t>Remplissage (couleur/opacité/</a:t>
            </a:r>
            <a:r>
              <a:rPr lang="fr-CA" dirty="0" err="1" smtClean="0"/>
              <a:t>degradé</a:t>
            </a:r>
            <a:r>
              <a:rPr lang="fr-CA" dirty="0" smtClean="0"/>
              <a:t>/image)</a:t>
            </a:r>
          </a:p>
          <a:p>
            <a:endParaRPr lang="fr-CA" dirty="0"/>
          </a:p>
          <a:p>
            <a:endParaRPr lang="fr-CA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509120"/>
            <a:ext cx="2081019" cy="1818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267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Crayon et plume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226" y="2204864"/>
            <a:ext cx="2790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6350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Text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420888"/>
            <a:ext cx="638175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013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Groupe et </a:t>
            </a:r>
            <a:r>
              <a:rPr lang="fr-CA" dirty="0" err="1" smtClean="0"/>
              <a:t>scale</a:t>
            </a:r>
            <a:r>
              <a:rPr lang="fr-CA" dirty="0" smtClean="0"/>
              <a:t> </a:t>
            </a:r>
            <a:r>
              <a:rPr lang="fr-CA" dirty="0" err="1" smtClean="0"/>
              <a:t>tool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Ctrl-g (grouper plusieurs éléments)</a:t>
            </a:r>
          </a:p>
          <a:p>
            <a:endParaRPr lang="fr-CA" dirty="0"/>
          </a:p>
          <a:p>
            <a:r>
              <a:rPr lang="fr-CA" dirty="0" err="1" smtClean="0"/>
              <a:t>Scale</a:t>
            </a:r>
            <a:r>
              <a:rPr lang="fr-CA" dirty="0" smtClean="0"/>
              <a:t> </a:t>
            </a:r>
            <a:r>
              <a:rPr lang="fr-CA" dirty="0" err="1" smtClean="0"/>
              <a:t>tool</a:t>
            </a:r>
            <a:r>
              <a:rPr lang="fr-CA" dirty="0" smtClean="0"/>
              <a:t> (zoomer </a:t>
            </a:r>
            <a:r>
              <a:rPr lang="fr-CA" dirty="0" err="1" smtClean="0"/>
              <a:t>dezoomer</a:t>
            </a:r>
            <a:r>
              <a:rPr lang="fr-CA" dirty="0" smtClean="0"/>
              <a:t>)</a:t>
            </a:r>
          </a:p>
          <a:p>
            <a:endParaRPr lang="fr-CA" dirty="0"/>
          </a:p>
          <a:p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068960"/>
            <a:ext cx="2962275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0512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masques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564904"/>
            <a:ext cx="30099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2051720" y="4365104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smtClean="0"/>
              <a:t>Applicable sur les formes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051719" y="5445224"/>
            <a:ext cx="4198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 smtClean="0"/>
              <a:t>Pour les frames appliquer (clip content)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7591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Boolean</a:t>
            </a:r>
            <a:r>
              <a:rPr lang="fr-CA" dirty="0" smtClean="0"/>
              <a:t> </a:t>
            </a:r>
            <a:r>
              <a:rPr lang="fr-CA" dirty="0" err="1" smtClean="0"/>
              <a:t>Tool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err="1" smtClean="0"/>
              <a:t>Substract</a:t>
            </a:r>
            <a:r>
              <a:rPr lang="fr-CA" dirty="0" smtClean="0"/>
              <a:t> (calque dessus </a:t>
            </a:r>
            <a:r>
              <a:rPr lang="fr-CA" dirty="0" err="1" smtClean="0"/>
              <a:t>soustré</a:t>
            </a:r>
            <a:r>
              <a:rPr lang="fr-CA" dirty="0" smtClean="0"/>
              <a:t>)</a:t>
            </a:r>
            <a:endParaRPr lang="fr-FR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4286250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06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Exporter et partager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76872"/>
            <a:ext cx="33528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953147"/>
            <a:ext cx="12096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14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Repère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4784"/>
            <a:ext cx="6553200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2911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grille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Shift-g : dans une frame</a:t>
            </a:r>
            <a:endParaRPr lang="fr-F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80928"/>
            <a:ext cx="6432943" cy="276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5666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contraintes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276872"/>
            <a:ext cx="6769100" cy="17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168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Les </a:t>
            </a:r>
            <a:r>
              <a:rPr lang="fr-CA" dirty="0" err="1" smtClean="0"/>
              <a:t>autolayout</a:t>
            </a:r>
            <a:r>
              <a:rPr lang="fr-CA" dirty="0" smtClean="0"/>
              <a:t>(shift-a)(applicable sur les containers (frame))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Exemple :</a:t>
            </a:r>
          </a:p>
          <a:p>
            <a:r>
              <a:rPr lang="fr-CA" dirty="0" err="1" smtClean="0"/>
              <a:t>Boutton</a:t>
            </a:r>
            <a:r>
              <a:rPr lang="fr-CA" dirty="0" smtClean="0"/>
              <a:t> : créer </a:t>
            </a:r>
            <a:r>
              <a:rPr lang="fr-CA" dirty="0" err="1" smtClean="0"/>
              <a:t>text</a:t>
            </a:r>
            <a:r>
              <a:rPr lang="fr-CA" dirty="0" smtClean="0"/>
              <a:t> dans un frame (et appliquer l’</a:t>
            </a:r>
            <a:r>
              <a:rPr lang="fr-CA" dirty="0" err="1" smtClean="0"/>
              <a:t>autolayou</a:t>
            </a:r>
            <a:r>
              <a:rPr lang="fr-CA" dirty="0" smtClean="0"/>
              <a:t>)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36" y="2420888"/>
            <a:ext cx="73533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7716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composants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Éléments réutilisables ( une fois créé on peut l’utiliser depuis l’onglet </a:t>
            </a:r>
            <a:r>
              <a:rPr lang="fr-CA" dirty="0" err="1" smtClean="0"/>
              <a:t>asset</a:t>
            </a:r>
            <a:r>
              <a:rPr lang="fr-CA" dirty="0" smtClean="0"/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7813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Propriétés (d’un composant)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Exemple : </a:t>
            </a:r>
            <a:r>
              <a:rPr lang="fr-CA" dirty="0" err="1" smtClean="0"/>
              <a:t>text</a:t>
            </a:r>
            <a:endParaRPr lang="fr-CA" dirty="0" smtClean="0"/>
          </a:p>
          <a:p>
            <a:endParaRPr lang="fr-CA" dirty="0"/>
          </a:p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2695575"/>
            <a:ext cx="364807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8328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Exemple 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Créer un composant </a:t>
            </a:r>
            <a:r>
              <a:rPr lang="fr-CA" dirty="0" err="1" smtClean="0"/>
              <a:t>boutton</a:t>
            </a:r>
            <a:r>
              <a:rPr lang="fr-CA" dirty="0" smtClean="0"/>
              <a:t> avec une </a:t>
            </a:r>
            <a:r>
              <a:rPr lang="fr-CA" dirty="0" err="1" smtClean="0"/>
              <a:t>propiété</a:t>
            </a:r>
            <a:r>
              <a:rPr lang="fr-CA" dirty="0" smtClean="0"/>
              <a:t> </a:t>
            </a:r>
            <a:r>
              <a:rPr lang="fr-CA" dirty="0" err="1" smtClean="0"/>
              <a:t>text</a:t>
            </a:r>
            <a:r>
              <a:rPr lang="fr-CA" dirty="0" smtClean="0"/>
              <a:t>.</a:t>
            </a:r>
          </a:p>
          <a:p>
            <a:endParaRPr lang="fr-CA" dirty="0"/>
          </a:p>
          <a:p>
            <a:r>
              <a:rPr lang="fr-CA" dirty="0"/>
              <a:t>Créer un composant </a:t>
            </a:r>
            <a:r>
              <a:rPr lang="fr-CA" dirty="0" err="1"/>
              <a:t>boutton</a:t>
            </a:r>
            <a:r>
              <a:rPr lang="fr-CA" dirty="0"/>
              <a:t> avec une </a:t>
            </a:r>
            <a:r>
              <a:rPr lang="fr-CA" dirty="0" err="1"/>
              <a:t>propiété</a:t>
            </a:r>
            <a:r>
              <a:rPr lang="fr-CA" dirty="0"/>
              <a:t> </a:t>
            </a:r>
            <a:r>
              <a:rPr lang="fr-CA" dirty="0" smtClean="0"/>
              <a:t>icone (instance swap)</a:t>
            </a:r>
          </a:p>
          <a:p>
            <a:endParaRPr lang="fr-CA" dirty="0"/>
          </a:p>
          <a:p>
            <a:r>
              <a:rPr lang="fr-CA" dirty="0"/>
              <a:t>Créer un composant </a:t>
            </a:r>
            <a:r>
              <a:rPr lang="fr-CA" dirty="0" err="1"/>
              <a:t>boutton</a:t>
            </a:r>
            <a:r>
              <a:rPr lang="fr-CA" dirty="0"/>
              <a:t> avec une </a:t>
            </a:r>
            <a:r>
              <a:rPr lang="fr-CA" dirty="0" err="1"/>
              <a:t>propiété</a:t>
            </a:r>
            <a:r>
              <a:rPr lang="fr-CA" dirty="0"/>
              <a:t> </a:t>
            </a:r>
            <a:r>
              <a:rPr lang="fr-CA" dirty="0" err="1" smtClean="0"/>
              <a:t>boolean</a:t>
            </a:r>
            <a:r>
              <a:rPr lang="fr-CA" dirty="0" smtClean="0"/>
              <a:t> (frame qui contient une forme)</a:t>
            </a:r>
            <a:endParaRPr lang="fr-CA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7714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</a:t>
            </a:r>
            <a:r>
              <a:rPr lang="fr-CA" dirty="0" err="1" smtClean="0"/>
              <a:t>variants</a:t>
            </a:r>
            <a:r>
              <a:rPr lang="fr-CA" dirty="0" smtClean="0"/>
              <a:t> (de composants)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494864"/>
            <a:ext cx="255270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contenu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r>
              <a:rPr lang="fr-CA" dirty="0" smtClean="0"/>
              <a:t>Exemple : créer un variant (</a:t>
            </a:r>
            <a:r>
              <a:rPr lang="fr-CA" dirty="0" err="1" smtClean="0"/>
              <a:t>vdark</a:t>
            </a:r>
            <a:r>
              <a:rPr lang="fr-CA" dirty="0" smtClean="0"/>
              <a:t>) d’un composant </a:t>
            </a:r>
            <a:r>
              <a:rPr lang="fr-CA" dirty="0" err="1" smtClean="0"/>
              <a:t>boutton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4247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Les styles : exemple (couleur et </a:t>
            </a:r>
            <a:r>
              <a:rPr lang="fr-CA" dirty="0" err="1" smtClean="0"/>
              <a:t>text</a:t>
            </a:r>
            <a:r>
              <a:rPr lang="fr-CA" dirty="0" smtClean="0"/>
              <a:t>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24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20888"/>
            <a:ext cx="337185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6618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Ajouter les styles à la librairie (travail collaboratif)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25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28800"/>
            <a:ext cx="1962150" cy="469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880366"/>
            <a:ext cx="4664372" cy="419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739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</a:t>
            </a:r>
            <a:r>
              <a:rPr lang="fr-FR" dirty="0" err="1" smtClean="0"/>
              <a:t>pluggins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content </a:t>
            </a:r>
            <a:r>
              <a:rPr lang="fr-FR" dirty="0" err="1" smtClean="0"/>
              <a:t>reel</a:t>
            </a:r>
            <a:r>
              <a:rPr lang="fr-FR" dirty="0" smtClean="0"/>
              <a:t> : </a:t>
            </a:r>
            <a:r>
              <a:rPr lang="fr-FR" dirty="0" err="1" smtClean="0"/>
              <a:t>generer</a:t>
            </a:r>
            <a:r>
              <a:rPr lang="fr-FR" dirty="0" smtClean="0"/>
              <a:t> du contenu </a:t>
            </a:r>
          </a:p>
          <a:p>
            <a:r>
              <a:rPr lang="fr-FR" dirty="0" err="1" smtClean="0"/>
              <a:t>lorem</a:t>
            </a:r>
            <a:r>
              <a:rPr lang="fr-FR" dirty="0" smtClean="0"/>
              <a:t> </a:t>
            </a:r>
            <a:r>
              <a:rPr lang="fr-FR" dirty="0" err="1" smtClean="0"/>
              <a:t>ipsum</a:t>
            </a:r>
            <a:endParaRPr lang="fr-FR" dirty="0" smtClean="0"/>
          </a:p>
          <a:p>
            <a:r>
              <a:rPr lang="fr-FR" dirty="0" err="1" smtClean="0"/>
              <a:t>iconify</a:t>
            </a:r>
            <a:endParaRPr lang="fr-FR" dirty="0" smtClean="0"/>
          </a:p>
          <a:p>
            <a:r>
              <a:rPr lang="fr-FR" dirty="0" err="1" smtClean="0"/>
              <a:t>feather</a:t>
            </a:r>
            <a:r>
              <a:rPr lang="fr-FR" dirty="0" smtClean="0"/>
              <a:t> </a:t>
            </a:r>
            <a:r>
              <a:rPr lang="fr-FR" dirty="0" err="1" smtClean="0"/>
              <a:t>icons</a:t>
            </a:r>
            <a:endParaRPr lang="fr-FR" dirty="0" smtClean="0"/>
          </a:p>
          <a:p>
            <a:r>
              <a:rPr lang="fr-FR" dirty="0" err="1" smtClean="0"/>
              <a:t>uigradients</a:t>
            </a:r>
            <a:r>
              <a:rPr lang="fr-FR" dirty="0" smtClean="0"/>
              <a:t>-         </a:t>
            </a:r>
            <a:r>
              <a:rPr lang="fr-FR" dirty="0" err="1" smtClean="0"/>
              <a:t>coolhue</a:t>
            </a:r>
            <a:r>
              <a:rPr lang="fr-FR" dirty="0" smtClean="0"/>
              <a:t> (gradient </a:t>
            </a:r>
            <a:r>
              <a:rPr lang="fr-FR" dirty="0" err="1" smtClean="0"/>
              <a:t>color</a:t>
            </a:r>
            <a:r>
              <a:rPr lang="fr-FR" dirty="0" smtClean="0"/>
              <a:t> palette)</a:t>
            </a:r>
          </a:p>
          <a:p>
            <a:r>
              <a:rPr lang="fr-FR" dirty="0" smtClean="0"/>
              <a:t>font </a:t>
            </a:r>
            <a:r>
              <a:rPr lang="fr-FR" dirty="0" err="1" smtClean="0"/>
              <a:t>preview</a:t>
            </a:r>
            <a:endParaRPr lang="fr-FR" dirty="0" smtClean="0"/>
          </a:p>
          <a:p>
            <a:r>
              <a:rPr lang="fr-FR" dirty="0" err="1" smtClean="0"/>
              <a:t>Unsplash</a:t>
            </a:r>
            <a:r>
              <a:rPr lang="fr-FR" dirty="0" smtClean="0"/>
              <a:t>(images) -blush</a:t>
            </a:r>
          </a:p>
          <a:p>
            <a:r>
              <a:rPr lang="fr-FR" dirty="0" smtClean="0"/>
              <a:t>palette (extraire des couleurs)</a:t>
            </a:r>
          </a:p>
          <a:p>
            <a:r>
              <a:rPr lang="fr-FR" dirty="0" err="1" smtClean="0"/>
              <a:t>circular</a:t>
            </a:r>
            <a:r>
              <a:rPr lang="fr-FR" dirty="0" smtClean="0"/>
              <a:t> </a:t>
            </a:r>
            <a:r>
              <a:rPr lang="fr-FR" dirty="0" err="1" smtClean="0"/>
              <a:t>text</a:t>
            </a:r>
            <a:endParaRPr lang="fr-FR" dirty="0" smtClean="0"/>
          </a:p>
          <a:p>
            <a:r>
              <a:rPr lang="fr-FR" dirty="0" err="1" smtClean="0"/>
              <a:t>wireframe</a:t>
            </a:r>
            <a:endParaRPr lang="fr-FR" dirty="0" smtClean="0"/>
          </a:p>
          <a:p>
            <a:r>
              <a:rPr lang="fr-FR" dirty="0" err="1" smtClean="0"/>
              <a:t>fizzy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971600" y="2852936"/>
            <a:ext cx="7715200" cy="1693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9600" dirty="0" smtClean="0"/>
              <a:t>Quiz</a:t>
            </a:r>
            <a:endParaRPr lang="fr-FR" sz="9600" dirty="0"/>
          </a:p>
        </p:txBody>
      </p:sp>
    </p:spTree>
    <p:extLst>
      <p:ext uri="{BB962C8B-B14F-4D97-AF65-F5344CB8AC3E}">
        <p14:creationId xmlns:p14="http://schemas.microsoft.com/office/powerpoint/2010/main" val="354985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079625"/>
            <a:ext cx="8064500" cy="269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572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2257425"/>
            <a:ext cx="7816850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739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2038350"/>
            <a:ext cx="764857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605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2178050"/>
            <a:ext cx="8032750" cy="250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906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012950"/>
            <a:ext cx="8089900" cy="283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744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2044700"/>
            <a:ext cx="8045450" cy="276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318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2038350"/>
            <a:ext cx="77978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972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52675"/>
            <a:ext cx="79248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04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1971675"/>
            <a:ext cx="807085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5558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105025"/>
            <a:ext cx="78486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8974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1943100"/>
            <a:ext cx="79629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0259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2406650"/>
            <a:ext cx="7759700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71786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930400"/>
            <a:ext cx="8210550" cy="299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1049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927225"/>
            <a:ext cx="8153400" cy="300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1231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2289175"/>
            <a:ext cx="8026400" cy="227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746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047875"/>
            <a:ext cx="8324850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1483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2324100"/>
            <a:ext cx="768985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351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2378075"/>
            <a:ext cx="8039100" cy="210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54050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359025"/>
            <a:ext cx="7810500" cy="213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02747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2066925"/>
            <a:ext cx="7969250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7670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TP1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48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28800"/>
            <a:ext cx="5675956" cy="3836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0006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TP2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https://</a:t>
            </a:r>
            <a:r>
              <a:rPr lang="fr-FR" dirty="0" smtClean="0"/>
              <a:t>www.figma.com/file/zd9HSFcbFRrqhA37FQC6JH/Cr%C3%A9ation-d'un-site-web-sur-Figma?node-id=16%3A8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12976"/>
            <a:ext cx="7702550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68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prototypage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50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814513"/>
            <a:ext cx="266700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98" y="1484784"/>
            <a:ext cx="16192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008729"/>
            <a:ext cx="258127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8" y="1932459"/>
            <a:ext cx="327660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8" y="3762176"/>
            <a:ext cx="3276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92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Animation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0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Declencheur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Les </a:t>
            </a:r>
            <a:r>
              <a:rPr lang="fr-CA" dirty="0" err="1" smtClean="0"/>
              <a:t>evenements</a:t>
            </a:r>
            <a:r>
              <a:rPr lang="fr-CA" dirty="0" smtClean="0"/>
              <a:t> comme </a:t>
            </a:r>
            <a:r>
              <a:rPr lang="fr-CA" dirty="0" err="1" smtClean="0"/>
              <a:t>onclick</a:t>
            </a:r>
            <a:r>
              <a:rPr lang="fr-CA" dirty="0" smtClean="0"/>
              <a:t> ,</a:t>
            </a:r>
            <a:r>
              <a:rPr lang="fr-CA" dirty="0" err="1" smtClean="0"/>
              <a:t>ondrag,while</a:t>
            </a:r>
            <a:r>
              <a:rPr lang="fr-CA" dirty="0" smtClean="0"/>
              <a:t> </a:t>
            </a:r>
            <a:r>
              <a:rPr lang="fr-CA" dirty="0" err="1" smtClean="0"/>
              <a:t>hovering</a:t>
            </a:r>
            <a:r>
              <a:rPr lang="fr-CA" dirty="0" smtClean="0"/>
              <a:t> ,,,,</a:t>
            </a:r>
          </a:p>
          <a:p>
            <a:endParaRPr lang="fr-CA" dirty="0"/>
          </a:p>
          <a:p>
            <a:r>
              <a:rPr lang="fr-CA" dirty="0" smtClean="0"/>
              <a:t>Exemple </a:t>
            </a:r>
            <a:r>
              <a:rPr lang="fr-CA" dirty="0" err="1" smtClean="0"/>
              <a:t>ondrag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319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Les actions</a:t>
            </a:r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204864"/>
            <a:ext cx="291465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350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Composants interactifs(</a:t>
            </a:r>
            <a:r>
              <a:rPr lang="fr-CA" dirty="0" err="1" smtClean="0"/>
              <a:t>variants</a:t>
            </a:r>
            <a:r>
              <a:rPr lang="fr-CA" dirty="0" smtClean="0"/>
              <a:t>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54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775" y="2295525"/>
            <a:ext cx="283845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003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TP3-Réalisation d’une maquette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55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20888"/>
            <a:ext cx="6584950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339752" y="155679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https://www.figma.com/file/Wl6ICtMacRjfFrlfTH213Y/Untitled?node-id=0%3A1</a:t>
            </a:r>
          </a:p>
        </p:txBody>
      </p:sp>
    </p:spTree>
    <p:extLst>
      <p:ext uri="{BB962C8B-B14F-4D97-AF65-F5344CB8AC3E}">
        <p14:creationId xmlns:p14="http://schemas.microsoft.com/office/powerpoint/2010/main" val="206691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Etapes</a:t>
            </a:r>
            <a:r>
              <a:rPr lang="fr-CA" dirty="0" smtClean="0"/>
              <a:t>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1-créer les styles : couleurs et fonts</a:t>
            </a:r>
          </a:p>
          <a:p>
            <a:endParaRPr lang="fr-CA" dirty="0"/>
          </a:p>
          <a:p>
            <a:r>
              <a:rPr lang="fr-CA" dirty="0" smtClean="0"/>
              <a:t>2-créer les composants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29916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TP4-Application de messagerie 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57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16832"/>
            <a:ext cx="7236420" cy="4092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448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1-Design global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Créer 3 styles de couleurs: </a:t>
            </a:r>
            <a:r>
              <a:rPr lang="fr-CA" dirty="0" err="1" smtClean="0"/>
              <a:t>msgApp</a:t>
            </a:r>
            <a:r>
              <a:rPr lang="fr-CA" dirty="0" smtClean="0"/>
              <a:t>/</a:t>
            </a:r>
            <a:r>
              <a:rPr lang="fr-CA" dirty="0" err="1" smtClean="0"/>
              <a:t>primary</a:t>
            </a:r>
            <a:endParaRPr lang="fr-CA" dirty="0" smtClean="0"/>
          </a:p>
          <a:p>
            <a:pPr marL="0" indent="0">
              <a:buNone/>
            </a:pPr>
            <a:r>
              <a:rPr lang="fr-CA" dirty="0" smtClean="0"/>
              <a:t>                             </a:t>
            </a:r>
            <a:r>
              <a:rPr lang="fr-CA" dirty="0" err="1" smtClean="0"/>
              <a:t>msgAppdark</a:t>
            </a:r>
            <a:endParaRPr lang="fr-CA" dirty="0" smtClean="0"/>
          </a:p>
          <a:p>
            <a:pPr marL="0" indent="0">
              <a:buNone/>
            </a:pPr>
            <a:r>
              <a:rPr lang="fr-CA" dirty="0"/>
              <a:t> </a:t>
            </a:r>
            <a:r>
              <a:rPr lang="fr-CA" dirty="0" smtClean="0"/>
              <a:t>                            </a:t>
            </a:r>
            <a:r>
              <a:rPr lang="fr-CA" dirty="0" err="1" smtClean="0"/>
              <a:t>msgApplight</a:t>
            </a:r>
            <a:endParaRPr lang="fr-CA" dirty="0" smtClean="0"/>
          </a:p>
          <a:p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356992"/>
            <a:ext cx="2266950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188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Créer deux styles de </a:t>
            </a:r>
            <a:r>
              <a:rPr lang="fr-CA" dirty="0" err="1" smtClean="0"/>
              <a:t>text</a:t>
            </a:r>
            <a:endParaRPr lang="fr-CA" dirty="0" smtClean="0"/>
          </a:p>
          <a:p>
            <a:endParaRPr lang="fr-F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708920"/>
            <a:ext cx="324802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088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2-composant </a:t>
            </a:r>
            <a:r>
              <a:rPr lang="fr-CA" dirty="0" err="1" smtClean="0"/>
              <a:t>boutton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En utilisant le </a:t>
            </a:r>
            <a:r>
              <a:rPr lang="fr-CA" dirty="0" err="1" smtClean="0"/>
              <a:t>pluggin</a:t>
            </a:r>
            <a:r>
              <a:rPr lang="fr-CA" dirty="0" smtClean="0"/>
              <a:t> </a:t>
            </a:r>
            <a:r>
              <a:rPr lang="fr-CA" dirty="0" err="1" smtClean="0"/>
              <a:t>iconify</a:t>
            </a:r>
            <a:r>
              <a:rPr lang="fr-CA" dirty="0" smtClean="0"/>
              <a:t> créer 5 composants</a:t>
            </a:r>
            <a:endParaRPr lang="fr-F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564904"/>
            <a:ext cx="2404406" cy="338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230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Créer un </a:t>
            </a:r>
            <a:r>
              <a:rPr lang="fr-CA" dirty="0" err="1" smtClean="0"/>
              <a:t>boutton</a:t>
            </a:r>
            <a:r>
              <a:rPr lang="fr-CA" dirty="0" smtClean="0"/>
              <a:t> composant et lui </a:t>
            </a:r>
            <a:r>
              <a:rPr lang="fr-CA" dirty="0" err="1" smtClean="0"/>
              <a:t>declarer</a:t>
            </a:r>
            <a:r>
              <a:rPr lang="fr-CA" dirty="0" smtClean="0"/>
              <a:t> une propriété </a:t>
            </a:r>
            <a:r>
              <a:rPr lang="fr-CA" dirty="0" err="1" smtClean="0"/>
              <a:t>icon</a:t>
            </a:r>
            <a:r>
              <a:rPr lang="fr-CA" dirty="0" smtClean="0"/>
              <a:t> (instance swap)</a:t>
            </a:r>
          </a:p>
          <a:p>
            <a:r>
              <a:rPr lang="fr-CA" dirty="0" smtClean="0"/>
              <a:t>Puis créer un variant (</a:t>
            </a:r>
            <a:r>
              <a:rPr lang="fr-CA" dirty="0" err="1" smtClean="0"/>
              <a:t>dark</a:t>
            </a:r>
            <a:r>
              <a:rPr lang="fr-CA" dirty="0" smtClean="0"/>
              <a:t> du </a:t>
            </a:r>
            <a:r>
              <a:rPr lang="fr-CA" dirty="0" err="1" smtClean="0"/>
              <a:t>boutton</a:t>
            </a:r>
            <a:r>
              <a:rPr lang="fr-CA" smtClean="0"/>
              <a:t>)</a:t>
            </a:r>
            <a:endParaRPr lang="fr-CA" dirty="0" smtClean="0"/>
          </a:p>
          <a:p>
            <a:endParaRPr lang="fr-CA" dirty="0"/>
          </a:p>
          <a:p>
            <a:endParaRPr lang="fr-F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212976"/>
            <a:ext cx="210502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060848"/>
            <a:ext cx="2537741" cy="4495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86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 err="1" smtClean="0"/>
              <a:t>Pluggin</a:t>
            </a:r>
            <a:r>
              <a:rPr lang="fr-CA" dirty="0" smtClean="0"/>
              <a:t> anima : exporter vers </a:t>
            </a:r>
            <a:r>
              <a:rPr lang="fr-CA" smtClean="0"/>
              <a:t>maquette statique </a:t>
            </a:r>
            <a:r>
              <a:rPr lang="fr-CA" dirty="0" smtClean="0"/>
              <a:t>(HTML/CSS)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7641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Learn</a:t>
            </a:r>
            <a:r>
              <a:rPr lang="fr-FR" dirty="0"/>
              <a:t> </a:t>
            </a:r>
            <a:r>
              <a:rPr lang="fr-FR" dirty="0" err="1"/>
              <a:t>Figma</a:t>
            </a:r>
            <a:r>
              <a:rPr lang="fr-FR" dirty="0"/>
              <a:t> For </a:t>
            </a:r>
            <a:r>
              <a:rPr lang="fr-FR" dirty="0" err="1"/>
              <a:t>Absolute</a:t>
            </a:r>
            <a:r>
              <a:rPr lang="fr-FR" dirty="0"/>
              <a:t> </a:t>
            </a:r>
            <a:r>
              <a:rPr lang="fr-FR" dirty="0" err="1" smtClean="0"/>
              <a:t>Beginners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Voir formation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7104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70377</TotalTime>
  <Words>404</Words>
  <Application>Microsoft Office PowerPoint</Application>
  <PresentationFormat>Affichage à l'écran (4:3)</PresentationFormat>
  <Paragraphs>148</Paragraphs>
  <Slides>63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63</vt:i4>
      </vt:variant>
    </vt:vector>
  </HeadingPairs>
  <TitlesOfParts>
    <vt:vector size="64" baseType="lpstr">
      <vt:lpstr>Capitaux</vt:lpstr>
      <vt:lpstr>Figma</vt:lpstr>
      <vt:lpstr>Création d’une maquette</vt:lpstr>
      <vt:lpstr>Présentation PowerPoint</vt:lpstr>
      <vt:lpstr>UX-User experience                    /                         UI-User interface</vt:lpstr>
      <vt:lpstr>Présentation PowerPoint</vt:lpstr>
      <vt:lpstr>Présentation PowerPoint</vt:lpstr>
      <vt:lpstr>Présentation PowerPoint</vt:lpstr>
      <vt:lpstr>Les bases de Figma(barre des outils)</vt:lpstr>
      <vt:lpstr>Forme </vt:lpstr>
      <vt:lpstr>Crayon et plume</vt:lpstr>
      <vt:lpstr>Text</vt:lpstr>
      <vt:lpstr>Groupe et scale tool</vt:lpstr>
      <vt:lpstr>Les masques</vt:lpstr>
      <vt:lpstr>Boolean Tool</vt:lpstr>
      <vt:lpstr>Exporter et partager</vt:lpstr>
      <vt:lpstr>Repère</vt:lpstr>
      <vt:lpstr>grille</vt:lpstr>
      <vt:lpstr>Les contraintes</vt:lpstr>
      <vt:lpstr>Les autolayout(shift-a)(applicable sur les containers (frame))</vt:lpstr>
      <vt:lpstr>composants</vt:lpstr>
      <vt:lpstr>Propriétés (d’un composant)</vt:lpstr>
      <vt:lpstr>Exemple :</vt:lpstr>
      <vt:lpstr>Les variants (de composants)</vt:lpstr>
      <vt:lpstr>Les styles : exemple (couleur et text)</vt:lpstr>
      <vt:lpstr>Ajouter les styles à la librairie (travail collaboratif)</vt:lpstr>
      <vt:lpstr>Les pluggins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TP1</vt:lpstr>
      <vt:lpstr>TP2</vt:lpstr>
      <vt:lpstr>prototypage</vt:lpstr>
      <vt:lpstr>Animation</vt:lpstr>
      <vt:lpstr>Declencheur</vt:lpstr>
      <vt:lpstr>Les actions</vt:lpstr>
      <vt:lpstr>Composants interactifs(variants)</vt:lpstr>
      <vt:lpstr>TP3-Réalisation d’une maquette</vt:lpstr>
      <vt:lpstr>Etapes:</vt:lpstr>
      <vt:lpstr>TP4-Application de messagerie </vt:lpstr>
      <vt:lpstr>1-Design global</vt:lpstr>
      <vt:lpstr>Présentation PowerPoint</vt:lpstr>
      <vt:lpstr>2-composant boutton</vt:lpstr>
      <vt:lpstr>Présentation PowerPoint</vt:lpstr>
      <vt:lpstr>Présentation PowerPoint</vt:lpstr>
      <vt:lpstr>Learn Figma For Absolute Beginners</vt:lpstr>
    </vt:vector>
  </TitlesOfParts>
  <Company>ofppt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des sites web dynamiques (PHP MySQL)</dc:title>
  <dc:creator>karim</dc:creator>
  <cp:lastModifiedBy>Admin</cp:lastModifiedBy>
  <cp:revision>964</cp:revision>
  <dcterms:created xsi:type="dcterms:W3CDTF">2010-10-12T17:17:41Z</dcterms:created>
  <dcterms:modified xsi:type="dcterms:W3CDTF">2025-09-22T08:08:31Z</dcterms:modified>
</cp:coreProperties>
</file>